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01BB-4F76-A00C-6E5B-B4C2948E7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954746"/>
          </a:xfrm>
        </p:spPr>
        <p:txBody>
          <a:bodyPr/>
          <a:lstStyle/>
          <a:p>
            <a:r>
              <a:rPr lang="en-IN" sz="2800" dirty="0">
                <a:latin typeface="Franklin Gothic Heavy" panose="020B0903020102020204" pitchFamily="34" charset="0"/>
              </a:rPr>
              <a:t>SCHOOL MANAGEMENT REINFORCEMENT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3721B-D2F4-4C7B-6846-154CEE49D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690" y="3956279"/>
            <a:ext cx="4090220" cy="954746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NAME :P.TAMIL CEELAN</a:t>
            </a:r>
          </a:p>
          <a:p>
            <a:r>
              <a:rPr lang="en-IN" dirty="0">
                <a:latin typeface="Arial Black" panose="020B0A04020102020204" pitchFamily="34" charset="0"/>
              </a:rPr>
              <a:t>DATE:28/01/2026</a:t>
            </a:r>
          </a:p>
          <a:p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756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70BC55-A235-833C-7830-ADFE90DD664C}"/>
              </a:ext>
            </a:extLst>
          </p:cNvPr>
          <p:cNvSpPr txBox="1"/>
          <p:nvPr/>
        </p:nvSpPr>
        <p:spPr>
          <a:xfrm>
            <a:off x="1396181" y="186813"/>
            <a:ext cx="1079581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Bahnschrift Condensed" panose="020B0502040204020203" pitchFamily="34" charset="0"/>
              </a:rPr>
              <a:t> </a:t>
            </a:r>
            <a:r>
              <a:rPr lang="en-US" sz="4000" b="1" dirty="0">
                <a:latin typeface="Bahnschrift Condensed" panose="020B0502040204020203" pitchFamily="34" charset="0"/>
              </a:rPr>
              <a:t>Project Overview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en-US" sz="4000" dirty="0">
                <a:latin typeface="Bahnschrift Condensed" panose="020B0502040204020203" pitchFamily="34" charset="0"/>
              </a:rPr>
              <a:t>This project is a </a:t>
            </a:r>
            <a:r>
              <a:rPr lang="en-US" sz="4000" b="1" dirty="0">
                <a:latin typeface="Bahnschrift Condensed" panose="020B0502040204020203" pitchFamily="34" charset="0"/>
              </a:rPr>
              <a:t>console-based management system</a:t>
            </a:r>
            <a:endParaRPr lang="en-US" sz="4000" dirty="0">
              <a:latin typeface="Bahnschrift Condense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Bahnschrift Condensed" panose="020B0502040204020203" pitchFamily="34" charset="0"/>
              </a:rPr>
              <a:t>It helps to manage </a:t>
            </a:r>
            <a:r>
              <a:rPr lang="en-US" sz="4000" b="1" dirty="0">
                <a:latin typeface="Bahnschrift Condensed" panose="020B0502040204020203" pitchFamily="34" charset="0"/>
              </a:rPr>
              <a:t>Students and Teachers</a:t>
            </a:r>
            <a:r>
              <a:rPr lang="en-US" sz="4000" dirty="0">
                <a:latin typeface="Bahnschrift Condensed" panose="020B0502040204020203" pitchFamily="34" charset="0"/>
              </a:rPr>
              <a:t> efficiently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Bahnschrift Condensed" panose="020B0502040204020203" pitchFamily="34" charset="0"/>
              </a:rPr>
              <a:t>The system allows: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Bahnschrift Condensed" panose="020B0502040204020203" pitchFamily="34" charset="0"/>
              </a:rPr>
              <a:t>Adding, viewing, updating, and deleting records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Bahnschrift Condensed" panose="020B0502040204020203" pitchFamily="34" charset="0"/>
              </a:rPr>
              <a:t>Attendance tracking for students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Bahnschrift Condensed" panose="020B0502040204020203" pitchFamily="34" charset="0"/>
              </a:rPr>
              <a:t>CGPA calculation based on marks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Bahnschrift Condensed" panose="020B0502040204020203" pitchFamily="34" charset="0"/>
              </a:rPr>
              <a:t>Implemented using </a:t>
            </a:r>
            <a:r>
              <a:rPr lang="en-US" sz="4000" b="1" dirty="0">
                <a:latin typeface="Bahnschrift Condensed" panose="020B0502040204020203" pitchFamily="34" charset="0"/>
              </a:rPr>
              <a:t>Object-Oriented Programming (OOP)</a:t>
            </a:r>
            <a:r>
              <a:rPr lang="en-US" sz="4000" dirty="0">
                <a:latin typeface="Bahnschrift Condensed" panose="020B0502040204020203" pitchFamily="34" charset="0"/>
              </a:rPr>
              <a:t> in Python</a:t>
            </a:r>
          </a:p>
        </p:txBody>
      </p:sp>
    </p:spTree>
    <p:extLst>
      <p:ext uri="{BB962C8B-B14F-4D97-AF65-F5344CB8AC3E}">
        <p14:creationId xmlns:p14="http://schemas.microsoft.com/office/powerpoint/2010/main" val="162265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B79B8B-5C10-46D8-7921-67E92E237F54}"/>
              </a:ext>
            </a:extLst>
          </p:cNvPr>
          <p:cNvSpPr txBox="1"/>
          <p:nvPr/>
        </p:nvSpPr>
        <p:spPr>
          <a:xfrm>
            <a:off x="930442" y="304800"/>
            <a:ext cx="1153427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b="1" dirty="0">
                <a:latin typeface="Bahnschrift Condensed" panose="020B0502040204020203" pitchFamily="34" charset="0"/>
              </a:rPr>
              <a:t>Student Module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800" dirty="0">
                <a:latin typeface="Bahnschrift Condensed" panose="020B0502040204020203" pitchFamily="34" charset="0"/>
              </a:rPr>
              <a:t>Add new student details (Roll No, Name, Age, Place, Grade)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800" dirty="0">
                <a:latin typeface="Bahnschrift Condensed" panose="020B0502040204020203" pitchFamily="34" charset="0"/>
              </a:rPr>
              <a:t>Store subject-wise marks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800" dirty="0">
                <a:latin typeface="Bahnschrift Condensed" panose="020B0502040204020203" pitchFamily="34" charset="0"/>
              </a:rPr>
              <a:t>Automatically calculate </a:t>
            </a:r>
            <a:r>
              <a:rPr lang="en-US" sz="4800" b="1" dirty="0">
                <a:latin typeface="Bahnschrift Condensed" panose="020B0502040204020203" pitchFamily="34" charset="0"/>
              </a:rPr>
              <a:t>CGPA</a:t>
            </a:r>
            <a:endParaRPr lang="en-US" sz="4800" dirty="0">
              <a:latin typeface="Bahnschrift Condense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800" dirty="0">
                <a:latin typeface="Bahnschrift Condensed" panose="020B0502040204020203" pitchFamily="34" charset="0"/>
              </a:rPr>
              <a:t>Track </a:t>
            </a:r>
            <a:r>
              <a:rPr lang="en-US" sz="4800" b="1" dirty="0">
                <a:latin typeface="Bahnschrift Condensed" panose="020B0502040204020203" pitchFamily="34" charset="0"/>
              </a:rPr>
              <a:t>attendance percentage</a:t>
            </a:r>
            <a:endParaRPr lang="en-US" sz="4800" dirty="0">
              <a:latin typeface="Bahnschrift Condense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800" dirty="0">
                <a:latin typeface="Bahnschrift Condensed" panose="020B0502040204020203" pitchFamily="34" charset="0"/>
              </a:rPr>
              <a:t>Search, update, and delete student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800" dirty="0">
                <a:latin typeface="Bahnschrift Condensed" panose="020B0502040204020203" pitchFamily="34" charset="0"/>
              </a:rPr>
              <a:t>Display complete student details in a formatted way</a:t>
            </a:r>
          </a:p>
        </p:txBody>
      </p:sp>
    </p:spTree>
    <p:extLst>
      <p:ext uri="{BB962C8B-B14F-4D97-AF65-F5344CB8AC3E}">
        <p14:creationId xmlns:p14="http://schemas.microsoft.com/office/powerpoint/2010/main" val="3385403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E312D9-9FDC-7440-2C14-7F6697709A15}"/>
              </a:ext>
            </a:extLst>
          </p:cNvPr>
          <p:cNvSpPr txBox="1"/>
          <p:nvPr/>
        </p:nvSpPr>
        <p:spPr>
          <a:xfrm>
            <a:off x="930442" y="368968"/>
            <a:ext cx="11855116" cy="59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250" b="1" dirty="0"/>
              <a:t>Teacher Module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250" dirty="0"/>
              <a:t>Add teacher details (ID, Name, Age, Place, Subject)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250" dirty="0"/>
              <a:t>View all teachers in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250" dirty="0"/>
              <a:t>Update teacher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250" dirty="0"/>
              <a:t>Delete teacher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250" dirty="0"/>
              <a:t>Managed using a separate </a:t>
            </a:r>
            <a:r>
              <a:rPr lang="en-US" sz="4250" b="1" dirty="0" err="1"/>
              <a:t>TeacherManager</a:t>
            </a:r>
            <a:r>
              <a:rPr lang="en-US" sz="4250" b="1" dirty="0"/>
              <a:t> class</a:t>
            </a:r>
            <a:endParaRPr lang="en-US" sz="42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250" dirty="0"/>
              <a:t>Ensures clean separation of student and teacher data</a:t>
            </a:r>
          </a:p>
        </p:txBody>
      </p:sp>
    </p:spTree>
    <p:extLst>
      <p:ext uri="{BB962C8B-B14F-4D97-AF65-F5344CB8AC3E}">
        <p14:creationId xmlns:p14="http://schemas.microsoft.com/office/powerpoint/2010/main" val="57090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128BA5-283C-0D22-5A35-2754121CD281}"/>
              </a:ext>
            </a:extLst>
          </p:cNvPr>
          <p:cNvSpPr txBox="1"/>
          <p:nvPr/>
        </p:nvSpPr>
        <p:spPr>
          <a:xfrm>
            <a:off x="898358" y="0"/>
            <a:ext cx="11293642" cy="59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ahnschrift Condensed" panose="020B0502040204020203" pitchFamily="34" charset="0"/>
              </a:rPr>
              <a:t> </a:t>
            </a:r>
            <a:r>
              <a:rPr lang="en-US" sz="4250" b="1" dirty="0">
                <a:latin typeface="Bahnschrift Condensed" panose="020B0502040204020203" pitchFamily="34" charset="0"/>
              </a:rPr>
              <a:t>Conclusion &amp; Learning 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250" dirty="0">
                <a:latin typeface="Bahnschrift Condensed" panose="020B0502040204020203" pitchFamily="34" charset="0"/>
              </a:rPr>
              <a:t>This project demonstrates strong understanding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250" dirty="0">
                <a:latin typeface="Bahnschrift Condensed" panose="020B0502040204020203" pitchFamily="34" charset="0"/>
              </a:rPr>
              <a:t>Python classes and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250" dirty="0">
                <a:latin typeface="Bahnschrift Condensed" panose="020B0502040204020203" pitchFamily="34" charset="0"/>
              </a:rPr>
              <a:t>Data management using lists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250" dirty="0">
                <a:latin typeface="Bahnschrift Condensed" panose="020B0502040204020203" pitchFamily="34" charset="0"/>
              </a:rPr>
              <a:t>Real-world problem solving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250" dirty="0">
                <a:latin typeface="Bahnschrift Condensed" panose="020B0502040204020203" pitchFamily="34" charset="0"/>
              </a:rPr>
              <a:t>Easy to extend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250" dirty="0">
                <a:latin typeface="Bahnschrift Condensed" panose="020B0502040204020203" pitchFamily="34" charset="0"/>
              </a:rPr>
              <a:t>File storage (CSV / Database)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250" dirty="0">
                <a:latin typeface="Bahnschrift Condensed" panose="020B0502040204020203" pitchFamily="34" charset="0"/>
              </a:rPr>
              <a:t>GUI or Web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250" dirty="0">
                <a:latin typeface="Bahnschrift Condensed" panose="020B0502040204020203" pitchFamily="34" charset="0"/>
              </a:rPr>
              <a:t>Useful for </a:t>
            </a:r>
            <a:r>
              <a:rPr lang="en-US" sz="4250" b="1" dirty="0">
                <a:latin typeface="Bahnschrift Condensed" panose="020B0502040204020203" pitchFamily="34" charset="0"/>
              </a:rPr>
              <a:t>academic projects and interviews</a:t>
            </a:r>
            <a:endParaRPr lang="en-US" sz="425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76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F90563-2C02-4D09-E4E9-E0C057D97D38}"/>
              </a:ext>
            </a:extLst>
          </p:cNvPr>
          <p:cNvSpPr txBox="1"/>
          <p:nvPr/>
        </p:nvSpPr>
        <p:spPr>
          <a:xfrm>
            <a:off x="1138989" y="3248344"/>
            <a:ext cx="116465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                                                  </a:t>
            </a:r>
            <a:r>
              <a:rPr lang="en-IN" sz="48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4099206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{754FF976-79FD-4E90-AE8D-53FB9A986422}TFc3084226-2d0c-440f-9f46-6b48c7a7f670e6ba4a85-fc4a2881d6b3</Template>
  <TotalTime>29</TotalTime>
  <Words>197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Bahnschrift Condensed</vt:lpstr>
      <vt:lpstr>Franklin Gothic Book</vt:lpstr>
      <vt:lpstr>Franklin Gothic Heavy</vt:lpstr>
      <vt:lpstr>Crop</vt:lpstr>
      <vt:lpstr>SCHOOL MANAGEMENT REINFORCEMENT PROJECT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p.tamilceelan@outlook.com</dc:creator>
  <cp:lastModifiedBy>p.tamilceelan@outlook.com</cp:lastModifiedBy>
  <cp:revision>1</cp:revision>
  <dcterms:created xsi:type="dcterms:W3CDTF">2026-01-28T15:00:22Z</dcterms:created>
  <dcterms:modified xsi:type="dcterms:W3CDTF">2026-01-28T15:30:10Z</dcterms:modified>
</cp:coreProperties>
</file>